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sldIdLst>
    <p:sldId id="256" r:id="rId2"/>
    <p:sldId id="311" r:id="rId3"/>
    <p:sldId id="312" r:id="rId4"/>
    <p:sldId id="340" r:id="rId5"/>
    <p:sldId id="341" r:id="rId6"/>
    <p:sldId id="342" r:id="rId7"/>
    <p:sldId id="343" r:id="rId8"/>
    <p:sldId id="313" r:id="rId9"/>
    <p:sldId id="34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75" autoAdjust="0"/>
  </p:normalViewPr>
  <p:slideViewPr>
    <p:cSldViewPr>
      <p:cViewPr varScale="1">
        <p:scale>
          <a:sx n="102" d="100"/>
          <a:sy n="102" d="100"/>
        </p:scale>
        <p:origin x="75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0-31T01:22:10.94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7282 6604 80,'0'0'-32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20:57.9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2801 0 0,'0'0'179'0'0,"0"0"13"0"0,0 0 51 0 0,0 0 141 0 0,0 0-56 0 0,0 0-221 0 0,0 0-80 0 0,0 0 2 0 0,0 0 3 0 0,0 0 5 0 0,0 0 22 0 0,0 0 8 0 0,0 0 13 0 0,0 0 18 0 0,0 0 12 0 0,0 0-46 0 0,0 0-48 0 0,0 0-448 0 0,0 0-1124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0-30T23:20:57.334"/>
    </inkml:context>
    <inkml:brush xml:id="br0">
      <inkml:brushProperty name="width" value="0.03333" units="cm"/>
      <inkml:brushProperty name="height" value="0.03333" units="cm"/>
    </inkml:brush>
  </inkml:definitions>
  <inkml:trace contextRef="#ctx0" brushRef="#br0">2127 1387 1088,'-10'0'4274,"10"0"-2689,0 0-736,0 0 2288,0 0-912,-11 0-736,11 0 143,0 0 1,0 0-528,0 0-129,0 0-191,0 0-209,0 0-128,0 0-160,0 0-144,0 0-96,0 0 0,0 0 0,0 0-16,0 0 0,0 0-16,0 0-32,0 0 16,0 0-48,0 0 16,0 0 16,0 0 48,0 0-16,0 0 64,0 0-16,11 0-32,-11 0 16,10 0-32,1 0 0,-11 0-16,10 0 0,1 0 0,0 0 0,-11 0 0,10 0 0,1 0 0,-11 0 16,10 0-32,-10 0 16,11 0 16,0 0-32,-11 0 16,21 0 16,-21 0-16,10 0-16,1 0 48,-1 0 16,1 0-32,-11 0 0,11 0-16,-11 0 32,0 0-32,10 0 0,-10 0 0,11 0 0,-11 0 0,10 0 0,1 0 0,0 0 0,-1 0 0,1 0 0,-1 0 16,1 0 0,-1 0 16,1 0 32,0 0 17,-1 0-1,-10 0-32,11 0-16,-11 0-32,0 0 0,10 0 0,-10 0 0,11 0 0,-11 0 16,11 0-16,-1 0-16,1 0 32,10 0-16,-11 0 16,1 0 0,10 0 32,-10 0 32,10 0-16,-10 0-32,-11 0 0,10 0 0,1 0 16,-1 0-32,-10 0-16,11 0 16,-1 0 0,12 0-16,-12 0 0,1 0 0,-11 0 0,10 0 16,1 0-16,-11 0 0,11 0 0,-11 0-16,10 0 32,11 0-32,-10 0 16,10 0 0,-10 0-32,10 0 48,-11 0 0,-10 0-16,11 0 0,-11 0-16,11 0 32,-11 0-16,0 0 0,10 0 0,-10 0-16,11 0 32,-11 0-16,10 0 0,11 0 0,-10 0 16,0 0-16,-1 0 16,1 0-16,10 0 16,-10 0 32,-1 0-16,11 0 0,-10 0-16,-1 0-16,1 0 16,0 0-16,-1 0 0,1 0 16,-1 0 0,1 0-16,0 0-16,-1 0 16,1 0 16,-1 0-16,1 0 0,-1 0 0,1 0 0,0 0 16,-1 0-16,-10 0 0,11 0 16,-11 0-16,0 0 16,10 0-32,-10 0 32,11 0-16,-11 0 0,11 0 0,-1 0 0,11 0 0,-21 0 0,21 0 16,-10 0-16,0 10 0,-1-10 16,1 0-16,-1 0 16,1 0-16,-11 0 0,11 0 0,-1 0 0,1 0 16,-1 0-32,1 0 64,-1 0-16,1 0-16,0 0-48,10 0 48,-11 0 0,12 0-16,-1 0 0,0 0 0,0 0 0,0 0 16,0 0-16,-10 0 0,0 0 0,-1 0 0,1 0 0,-1 0 0,1 0-16,-1 0 16,1 0 0,0 0 0,10 0 16,-11 0-16,12 0 0,-1 0-16,0 0 32,0 0 0,0 0-16,-10 0-16,10 0 48,-10 0-48,-1 0 16,1 0 16,-1 0 0,1 0-16,10 0 0,-10 0 0,10 0 0,0 0-16,0 0 16,11 0 0,-11 0-16,11 0 32,-11 0-16,0 0 0,0 0 16,-10 0-32,-1 0 32,1 0-16,0 0 0,-11 0 16,10 0 0,1 0-16,10 0 48,0 0-32,-10 0 16,20 0-32,-9 0 0,-1 0 0,10 0 0,-9 0 0,-1 0 0,0 0 16,0 0-16,-10 0 16,10 0 0,-11 0 0,12 0 16,-1 0-16,0 0-16,0 0 16,0 0 0,0 0 0,11 0 16,-11 0 0,1 0 0,-1 0 16,0 0-16,0 0 0,0 0 0,-10 0-16,10 0-32,0 0 48,-10-10-16,10 10-16,-11 0 0,12 0 0,-1 0 0,-11 0 16,12 0 16,-12 0 32,11 0-32,0 0 0,1 0 0,-12 0 0,11-11-16,1 11-16,-12 0 32,11 0-32,0 0 0,1 0-16,-1 0 16,0 0 32,-10 0-32,10 0 0,0 0 0,-11 0 16,12 0-32,-12 0 48,11 0-16,1 0 16,-1 0 16,0 0 1,0 0-17,0 0-48,-10 0 32,10 0 0,-10 0 0,10 0-32,0 0 32,0 0-16,0 0 16,0 0-16,1 0 0,9 0 32,-10 0-32,11 0 16,0 0-32,-11 0 0,11 0 48,-11 0-32,0 0 0,0 0 0,-10 0 0,-1 0 0,-10 0 16,11 0 0,-11 0-16,11 0 0,-1 0 0,1 0 0,10 0 0,-10 0 0,10-10 0,0 10 0,-11 0 0,12 0-16,-12 0 16,11 0 16,-10 0-16,0 0 0,-1 0 0,1 0-16,-11 0 32,21 0-16,0 0 0,0 0 0,11 0-32,0 0 64,-1 0-48,12 0 32,-11 0-16,10 10-32,-10-10 48,-1 0 0,-9 0-16,-1 0 0,-11 0 0,1 0 0,-1 0 0,12 0 0,-1 0 0,0 0-16,11 0 0,-1 0 16,12 0 0,-1 0 16,-10 0-32,0 0 16,10 0 0,-21 0 0,0 0 0,-10 0-16,-1 0 32,1 0 0,0 0 0,-1 0-32,11 0 16,1 0-16,-1 0 32,10 0-32,1 0 16,11 11-16,-1-11 32,0 0-16,-10 0 0,10 0 0,-10 0 0,-11 0 0,11 0 32,-11 0-32,-10 0-16,10 0 16,0 0 16,-10 0 0,20 0-32,-20 0 32,21 0-32,-22 0 16,11 0-16,1 0 32,-12 0-16,11 0 0,-10 0 0,0 0 0,10 0 0,0 0-32,-11 0 64,22 0-32,-11 0 0,11 0 0,10 0 0,-20 0 0,9 0 0,1 0 0,-11 0 0,-10 0 16,-1 0-16,12 0 16,-22 0-16,10 0 0,1-11 0,-1 11 0,11 0-16,1 0 16,9 0-16,1 0 0,0 0 16,0 0 0,-1 0 16,1 0-16,-11 11 0,-10-11 0,10 0 0,-10 0 0,-1 0 0,11 0 0,-10 0 16,10 0-16,0 0 0,11 0 0,0 0-16,-11 10 16,21-10 0,-10 0 0,0 0 0,-11 0 0,0 0 0,0 0-32,0 0 64,1 0-64,-12 0 64,11 11-32,-10-11-16,10 0 16,0 0 16,0 0-16,1 0 0,-1 0 0,11 0 16,-11 0-48,-11 0 48,11 0 0,1 0-16,-1 0 0,-11 0 0,12 0-16,-1 0 16,0 0 16,-11 0-16,1 0 0,10 0 0,-10 0 0,10 0-16,0 0 32,-10 0-32,10 0 32,0 0 16,11 0 16,-11 0 16,0 0-32,0-11 0,0 11-32,1 0 0,-12 0 16,11-10 80,1 10 32,-12 0-64,11 0 0,-10 0-32,-1 0 32,1 0-16,0 0 48,-11 0 0,10 0-32,-10 0 16,0 0 64,11 0-16,-11 0-16,0 0-16,0 0 32,0-11-16,0 11-16,10 0-16,-10 0 17,0 0-81,0 0-16,0 0 32,0 0-48,0 0-32,0 0-65,0 0-319,0 21-272,0-10-96,-10 10-1025,-22 0-3394,-10-10-7795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10-30T23:29:42.184"/>
    </inkml:context>
    <inkml:brush xml:id="br0">
      <inkml:brushProperty name="width" value="0.03333" units="cm"/>
      <inkml:brushProperty name="height" value="0.03333" units="cm"/>
    </inkml:brush>
  </inkml:definitions>
  <inkml:trace contextRef="#ctx0" brushRef="#br0">9833 2143 18456,'0'0'-4498,"0"0"-9460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0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6771 0 0,'0'0'304'0'0,"0"0"176"0"0,0 0-15 0 0,0 0-193 0 0,0 0-176 0 0,56 6-80 0 0,-45 2 16 0 0,0-1-656 0 0,4-1-1 0 0,4 0 609 0 0,-4-3-1889 0 0,-4-1-3361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0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7972 0 0,'0'0'1056'0'0,"0"0"449"0"0,0 0-577 0 0,0 0-528 0 0,0 0-320 0 0,86 31-48 0 0,-63-28-1136 0 0,-5-3-1969 0 0,1 0-1105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0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0 100 7764 0 0,'0'0'1328'0'0,"0"0"113"0"0,0 0-33 0 0,0 0-495 0 0,0 0-257 0 0,0 0-336 0 0,49-46-80 0 0,-34 36-176 0 0,0 0-16 0 0,0 2-240 0 0,0-4-1088 0 0,4-2-4739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1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1 129 8404 0 0,'0'0'1473'0'0,"0"0"63"0"0,0 0-287 0 0,0 0-689 0 0,0 0-304 0 0,0 0-144 0 0,52-64-80 0 0,-37 50-272 0 0,-7-3-1088 0 0,-1 0-1090 0 0,1 1-447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1.3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26 157 7908 0 0,'0'0'864'0'0,"0"0"273"0"0,0 0-593 0 0,0 0-272 0 0,0 0-176 0 0,0 0-80 0 0,0-79 16 0 0,0 67 0 0 0,0 2-144 0 0,0-1 48 0 0,-7-3 64 0 0,-4-1-304 0 0,3 0-3890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1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75 105 7011 0 0,'0'0'1137'0'0,"0"0"-433"0"0,0 0 112 0 0,0 0-495 0 0,0 0-177 0 0,-26-47-112 0 0,19 40-272 0 0,-1-4-49 0 0,-3 0-207 0 0,0-4-672 0 0,-1 2-5283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1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207 147 7107 0 0,'0'0'384'0'0,"0"0"113"0"0,0 0 1119 0 0,0 0-1295 0 0,0 0 287 0 0,0 0 1377 0 0,-86-70-1633 0 0,67 59-240 0 0,8 1 816 0 0,0 0-704 0 0,-1-2-47 0 0,1 4-113 0 0,0 1-48 0 0,3 1 16 0 0,-3 0-32 0 0,4 3-32 0 0,-5 3-961 0 0,5-3-4978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2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 0 11077 0 0,'0'0'2721'0'0,"0"0"-1344"0"0,0 0 544 0 0,0 0-801 0 0,0 0-639 0 0,-120 0-193 0 0,109 0-256 0 0,3 2-48 0 0,1 3 64 0 0,3-2-240 0 0,1 4-817 0 0,-1 0-496 0 0,0 3-768 0 0,-3 0-1728 0 0,-5 3-770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2.4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 12022 0 0,'0'0'2353'0'0,"0"0"-320"0"0,0 0-753 0 0,0 0-896 0 0,0 0-288 0 0,-86 64-48 0 0,86-51-48 0 0,0 2-224 0 0,0 2-768 0 0,0 5-209 0 0,0 2-768 0 0,0 3-2481 0 0,0 5-3473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0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166 215 7491 0 0,'-4'-8'4291'0'0,"3"2"3059"0"0,14 7-5747 0 0,-9 0-1580 0 0,0 1 0 0 0,-1-1 0 0 0,1 1 0 0 0,-1 0 0 0 0,0 0 0 0 0,0 0 0 0 0,1 0 1 0 0,-1 0-1 0 0,-1 1 0 0 0,1-1 0 0 0,0 1 0 0 0,0 1-23 0 0,14 18-1598 0 0,-6 0-4378 0 0,-3-2-7462 0 0</inkml:trace>
  <inkml:trace contextRef="#ctx0" brushRef="#br0" timeOffset="2581.136">1 1 12566 0 0,'0'0'2001'0'0,"0"0"-433"0"0,0 0-1087 0 0,0 0-369 0 0,0 0-64 0 0,146 190-1025 0 0,-127-161-6802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6.82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845.06195"/>
      <inkml:brushProperty name="anchorY" value="511.1427"/>
      <inkml:brushProperty name="scaleFactor" value="0.5"/>
    </inkml:brush>
  </inkml:definitions>
  <inkml:trace contextRef="#ctx0" brushRef="#br0">119 1 8564 0 0,'0'0'0'0'0,"0"0"2337"0"0,0 0-280 0 0,0 0 61 0 0,-9 3-800 0 0,-3 0 403 0 0,-2 1-966 0 0,-1 1 32 0 0,1-1-312 0 0,1 0-107 0 0,3 1-275 0 0,1 0-15 0 0,3 0-94 0 0,2 2-64 0 0,0 1-1129 0 0,1 1-1795 0 0,0 1-5293 0 0,0-2 49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7.12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1689.25842"/>
      <inkml:brushProperty name="anchorY" value="1156.58093"/>
      <inkml:brushProperty name="scaleFactor" value="0.5"/>
    </inkml:brush>
  </inkml:definitions>
  <inkml:trace contextRef="#ctx0" brushRef="#br0">8 0 13158 0 0,'0'0'0'0'0,"0"0"304"0"0,0 0 635 0 0,0 0-200 0 0,0 0-501 0 0,0 0-38 0 0,-2 3-83 0 0,1 0 25 0 0,-1 1-94 0 0,1 1-11 0 0,0 1 19 0 0,1 2-291 0 0,-1 0-1523 0 0,1 1-4549 0 0,0-2-1797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7.38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2422.77222"/>
      <inkml:brushProperty name="anchorY" value="1829.5636"/>
      <inkml:brushProperty name="scaleFactor" value="0.5"/>
    </inkml:brush>
  </inkml:definitions>
  <inkml:trace contextRef="#ctx0" brushRef="#br0">1 0 11125 0 0,'0'0'0'0'0,"0"0"1121"0"0,0 0 746 0 0,0 0-1501 0 0,0 0-68 0 0,0 0-234 0 0,4 9 19 0 0,3 3-152 0 0,0 2-169 0 0,1 2-2851 0 0,-1-1-1201 0 0,-2-2-3465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7.675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1658.68433"/>
      <inkml:brushProperty name="anchorY" value="1025.65955"/>
      <inkml:brushProperty name="scaleFactor" value="0.5"/>
    </inkml:brush>
  </inkml:definitions>
  <inkml:trace contextRef="#ctx0" brushRef="#br0">1 0 9316 0 0,'0'0'0'0'0,"0"0"352"0"0,0 0 934 0 0,0 0-304 0 0,0 0-454 0 0,0 0-320 0 0,7 8-77 0 0,4 2 864 0 0,2 1-965 0 0,2 0 119 0 0,1 0-133 0 0,1-1-96 0 0,1-2-1369 0 0,-1 0-2251 0 0,1-1-3087 0 0,-4-2 5501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7.95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787.26929"/>
      <inkml:brushProperty name="anchorY" value="210.93906"/>
      <inkml:brushProperty name="scaleFactor" value="0.5"/>
    </inkml:brush>
  </inkml:definitions>
  <inkml:trace contextRef="#ctx0" brushRef="#br0">0 0 6691 0 0,'0'0'0'0'0,"0"0"1505"0"0,0 0 1363 0 0,0 0-1454 0 0,0 0-155 0 0,0 0-413 0 0,0 0-358 0 0,13 0-83 0 0,3 2-111 0 0,3 2-142 0 0,1 1 646 0 0,-2 2 306 0 0,0 2-1381 0 0,-3 1 525 0 0,-2 0-323 0 0,-1-1-330 0 0,-2 0-807 0 0,1-2 148 0 0,0 0-393 0 0,0-2 1791 0 0,2-1-7442 0 0,-2-1-19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8.20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8.97394"/>
      <inkml:brushProperty name="anchorY" value="-605.49048"/>
      <inkml:brushProperty name="scaleFactor" value="0.5"/>
    </inkml:brush>
  </inkml:definitions>
  <inkml:trace contextRef="#ctx0" brushRef="#br0">0 1 11301 0 0,'0'0'0'0'0,"0"0"2385"0"0,0 0-504 0 0,0 0-435 0 0,0 0-224 0 0,0 0-590 0 0,14 0-5 0 0,3 0 251 0 0,5 1 213 0 0,1 1-1280 0 0,1 2 229 0 0,1 3-203 0 0,0 1-357 0 0,-2 3-2431 0 0,-1 1 35 0 0,-2 2 2623 0 0,-2 0-7932 0 0,-5-2 1908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8.45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120.979"/>
      <inkml:brushProperty name="anchorY" value="-1416.16138"/>
      <inkml:brushProperty name="scaleFactor" value="0.5"/>
    </inkml:brush>
  </inkml:definitions>
  <inkml:trace contextRef="#ctx0" brushRef="#br0">1 71 13222 0 0,'0'0'0'0'0,"0"0"416"0"0,0 0 1046 0 0,0 0-691 0 0,0 0-336 0 0,0 0-53 0 0,17-3-150 0 0,6-3-67 0 0,5 0-106 0 0,1-3 114 0 0,1 0-303 0 0,-1 0-791 0 0,-2-1-178 0 0,-2-1-6737 0 0,-6 3 279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8.67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74.17578"/>
      <inkml:brushProperty name="anchorY" value="-2071.34277"/>
      <inkml:brushProperty name="scaleFactor" value="0.5"/>
    </inkml:brush>
  </inkml:definitions>
  <inkml:trace contextRef="#ctx0" brushRef="#br0">1 151 14118 0 0,'0'0'0'0'0,"0"0"481"0"0,0 0 335 0 0,0 0-208 0 0,0 0-461 0 0,0 0-48 0 0,0 0-155 0 0,17-26-251 0 0,4-4-1158 0 0,3-4-3369 0 0,-1 1-4520 0 0,-5 6 10448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8.91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903.47119"/>
      <inkml:brushProperty name="anchorY" value="-2647.0498"/>
      <inkml:brushProperty name="scaleFactor" value="0.5"/>
    </inkml:brush>
  </inkml:definitions>
  <inkml:trace contextRef="#ctx0" brushRef="#br0">1 198 16568 0 0,'0'0'0'0'0,"0"0"368"0"0,0 0 710 0 0,0 0-540 0 0,0 0-287 0 0,0 0-77 0 0,0 0-97 0 0,1-27-40 0 0,2-6-37 0 0,1-3-106 0 0,0 3-871 0 0,-1 4-1944 0 0,-3 5-5574 0 0,-1 8 1983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9.36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866.7522"/>
      <inkml:brushProperty name="anchorY" value="-2305.27515"/>
      <inkml:brushProperty name="scaleFactor" value="0.5"/>
    </inkml:brush>
  </inkml:definitions>
  <inkml:trace contextRef="#ctx0" brushRef="#br0">236 159 14182 0 0,'0'0'0'0'0,"0"0"481"0"0,0 0 709 0 0,0 0-73 0 0,0 0 514 0 0,0 0-1623 0 0,0 0 234 0 0,-29-23-140 0 0,-4-3-169 0 0,-4-3-2820 0 0,-1 2 1247 0 0,2 4-239 0 0,1 5-7135 0 0,8 5 6127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9.60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06.29565"/>
      <inkml:brushProperty name="anchorY" value="-1420.76013"/>
      <inkml:brushProperty name="scaleFactor" value="0.5"/>
    </inkml:brush>
  </inkml:definitions>
  <inkml:trace contextRef="#ctx0" brushRef="#br0">239 135 14086 0 0,'0'0'0'0'0,"0"0"1457"0"0,0 0 429 0 0,0 0-552 0 0,0 0-806 0 0,0 0-151 0 0,0 0-167 0 0,-29-21-164 0 0,-6-4 23 0 0,-4-1-133 0 0,1 2-491 0 0,2 6-2985 0 0,1 5-771 0 0,9 6-8414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3:39.808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41.87408"/>
      <inkml:brushProperty name="anchorY" value="-560.5943"/>
      <inkml:brushProperty name="scaleFactor" value="0.5"/>
    </inkml:brush>
  </inkml:definitions>
  <inkml:trace contextRef="#ctx0" brushRef="#br0">86 1 15079 0 0,'0'0'0'0'0,"0"0"1793"0"0,0 0 112 0 0,0 0-1209 0 0,0 0-77 0 0,0 0-438 0 0,0 0-266 0 0,-21-1-2039 0 0,-11 9-3356 0 0,-1 1-8424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4:56.9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2363 7876 0 0,'0'0'1824'0'0,"0"0"-111"0"0,0 0-880 0 0,0 0-177 0 0,-7 11 64 0 0,7-4-272 0 0,0-2-175 0 0,0 0-177 0 0,0 0 32 0 0,0 0 0 0 0,-4 2 48 0 0,4-4-128 0 0,0 2 0 0 0,0-1-96 0 0,0-1-1105 0 0,0-1-2801 0 0,0-2-3089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34:34.3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1102 5627 14423 0 0,'0'0'1696'0'0,"0"0"-143"0"0,0 0-240 0 0,0 0-721 0 0,0 0-400 0 0,0 0-32 0 0,0 19-48 0 0,0-12-80 0 0,0-4-32 0 0,0 2 16 0 0,0-3-16 0 0,0-1 0 0 0,0 1-80 0 0,0 0-256 0 0,0 1-1185 0 0,4-1-2192 0 0,-1 3-4019 0 0</inkml:trace>
  <inkml:trace contextRef="#ctx0" brushRef="#br0" timeOffset="245.359">1207 5782 15783 0 0,'0'0'1937'0'0,"0"0"288"0"0,0 0-896 0 0,0 0-609 0 0,0 0-560 0 0,0 0-128 0 0,0 56-816 0 0,0-37-3682 0 0</inkml:trace>
  <inkml:trace contextRef="#ctx0" brushRef="#br0" timeOffset="2394.141">1 6015 5266 0 0,'4'0'1393'0'0,"-4"0"-705"0"0,3 0-335 0 0,-3 0-241 0 0,0 0 432 0 0,0 0-224 0 0,0 0-112 0 0,0 0-32 0 0,4 0-64 0 0,-4 0-80 0 0,8 0 0 0 0,-8 0-64 0 0,0 0-608 0 0,3 0-3410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59:41.731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96.24854"/>
      <inkml:brushProperty name="anchorY" value="-4750.28809"/>
      <inkml:brushProperty name="scaleFactor" value="0.5"/>
    </inkml:brush>
  </inkml:definitions>
  <inkml:trace contextRef="#ctx0" brushRef="#br0">91 68 1185 0 0,'0'0'0'0'0,"0"0"-593"0"0,0 0 599 0 0,0 0-675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6T00:00:47.73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905.35742"/>
      <inkml:brushProperty name="anchorY" value="-12846.85645"/>
      <inkml:brushProperty name="scaleFactor" value="0.5"/>
    </inkml:brush>
  </inkml:definitions>
  <inkml:trace contextRef="#ctx0" brushRef="#br0">0 84 8564 0 0,'0'0'0'0'0,"0"0"1040"0"0,0 0-354 0 0,0 0 26 0 0,0 0-850 0 0,0 0-561 0 0,0 0 797 0 0,28-12-4305 0 0,8-3 3351 0 0,8-4-652 0 0,2-2-799 0 0,-8 4 1018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6T00:00:50.51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542.05273"/>
      <inkml:brushProperty name="anchorY" value="-17991.60938"/>
      <inkml:brushProperty name="scaleFactor" value="0.5"/>
    </inkml:brush>
  </inkml:definitions>
  <inkml:trace contextRef="#ctx0" brushRef="#br0">1393 155 7171 0 0,'0'0'0'0'0,"0"0"913"0"0,0 0 6498 0 0,0 0-8337 0 0,0 0 1996 0 0,0 0 27 0 0,48-15-1031 0 0,6-1 158 0 0,4-1 1062 0 0,-7 2-1424 0 0,-10 2 338 0 0,-10 2 237 0 0,-8 1-250 0 0,-6 0 106 0 0,-5-1-284 0 0,-6 1 20 0 0,-2 0-1254 0 0,-4 0-5463 0 0,-1 3-5762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5T23:59:20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91 7171 0 0,'-8'-8'1153'0'0,"4"-2"79"0"0,-3 1-1648 0 0,3 2 3378 0 0,0 1-1714 0 0,-3 1-672 0 0,-1 1 193 0 0,8 3-193 0 0,-3-1-208 0 0,3 2-128 0 0,0 0-224 0 0,0 0-64 0 0,0 10-288 0 0,0 2-1377 0 0,0 3-6146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6T00:23:59.5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49 17048 0 0,'-6'-5'859'0'0,"4"2"-534"0"0,0 1-1 0 0,0 0 1 0 0,0 0-1 0 0,-1 0 1 0 0,1 0-1 0 0,-1 0 1 0 0,1 1-1 0 0,-1-1 0 0 0,0 1 1 0 0,0-1-1 0 0,0 1 1 0 0,1 0-1 0 0,-1 0 1 0 0,0 0-1 0 0,0 1 1 0 0,-3-1-325 0 0,5 1 74 0 0,1 0-39 0 0,36-12-3315 0 0,-28 10 912 0 0,2-2-5636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10-16T00:23:59.9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 14182 0 0,'0'0'1121'0'0,"0"0"-241"0"0,0 0-575 0 0,0 0-241 0 0,0 0 0 0 0,29-58-929 0 0,-14 51-4097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B0653-E0B8-4055-9E2D-76BC87A65A6E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C18B4-D599-44FB-9DAB-C9054DA3D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C18B4-D599-44FB-9DAB-C9054DA3DA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24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91BA9-DA72-493C-9CAF-B9DAB0BC4A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34D68-701E-4120-BE37-6B12802E2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D10B3-575B-4422-A3D0-6FC94134D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75989-AF31-447B-90B2-0A05E48011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665F6-55E4-4747-8650-E714965F5E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6A3DC-0A89-4FEC-9F6F-0BD29E7B7F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356AF-6F91-46AF-8F07-C76DF88FE9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3B78D-18D5-4987-905C-8A896F8A46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53DEC-37EC-496E-BE7F-EADDA82822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A9CFD-C5C2-46D1-8D49-D18039D347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76043-FAE8-4F83-BCF3-488C6EB464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8DAD9-B174-4C1E-BF07-A33894D793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FE295FA2-29F8-46BD-B850-055946D80E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0.png"/><Relationship Id="rId3" Type="http://schemas.openxmlformats.org/officeDocument/2006/relationships/image" Target="../media/image4.png"/><Relationship Id="rId34" Type="http://schemas.openxmlformats.org/officeDocument/2006/relationships/image" Target="../media/image59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customXml" Target="../ink/ink1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27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.xml"/><Relationship Id="rId39" Type="http://schemas.openxmlformats.org/officeDocument/2006/relationships/image" Target="../media/image93.png"/><Relationship Id="rId3" Type="http://schemas.openxmlformats.org/officeDocument/2006/relationships/customXml" Target="../ink/ink3.xml"/><Relationship Id="rId21" Type="http://schemas.openxmlformats.org/officeDocument/2006/relationships/image" Target="../media/image830.png"/><Relationship Id="rId34" Type="http://schemas.openxmlformats.org/officeDocument/2006/relationships/customXml" Target="../ink/ink13.xml"/><Relationship Id="rId42" Type="http://schemas.openxmlformats.org/officeDocument/2006/relationships/customXml" Target="../ink/ink17.xml"/><Relationship Id="rId47" Type="http://schemas.openxmlformats.org/officeDocument/2006/relationships/image" Target="../media/image97.png"/><Relationship Id="rId50" Type="http://schemas.openxmlformats.org/officeDocument/2006/relationships/customXml" Target="../ink/ink21.xml"/><Relationship Id="rId55" Type="http://schemas.openxmlformats.org/officeDocument/2006/relationships/image" Target="../media/image101.png"/><Relationship Id="rId63" Type="http://schemas.openxmlformats.org/officeDocument/2006/relationships/image" Target="../media/image105.png"/><Relationship Id="rId25" Type="http://schemas.openxmlformats.org/officeDocument/2006/relationships/image" Target="../media/image850.png"/><Relationship Id="rId33" Type="http://schemas.openxmlformats.org/officeDocument/2006/relationships/image" Target="../media/image890.png"/><Relationship Id="rId38" Type="http://schemas.openxmlformats.org/officeDocument/2006/relationships/customXml" Target="../ink/ink15.xml"/><Relationship Id="rId46" Type="http://schemas.openxmlformats.org/officeDocument/2006/relationships/customXml" Target="../ink/ink19.xml"/><Relationship Id="rId59" Type="http://schemas.openxmlformats.org/officeDocument/2006/relationships/image" Target="../media/image103.png"/><Relationship Id="rId2" Type="http://schemas.openxmlformats.org/officeDocument/2006/relationships/image" Target="../media/image5.png"/><Relationship Id="rId20" Type="http://schemas.openxmlformats.org/officeDocument/2006/relationships/customXml" Target="../ink/ink6.xml"/><Relationship Id="rId29" Type="http://schemas.openxmlformats.org/officeDocument/2006/relationships/image" Target="../media/image870.png"/><Relationship Id="rId41" Type="http://schemas.openxmlformats.org/officeDocument/2006/relationships/image" Target="../media/image94.png"/><Relationship Id="rId54" Type="http://schemas.openxmlformats.org/officeDocument/2006/relationships/customXml" Target="../ink/ink23.xml"/><Relationship Id="rId62" Type="http://schemas.openxmlformats.org/officeDocument/2006/relationships/customXml" Target="../ink/ink26.xml"/><Relationship Id="rId96" Type="http://schemas.openxmlformats.org/officeDocument/2006/relationships/customXml" Target="../ink/ink28.xml"/><Relationship Id="rId1" Type="http://schemas.openxmlformats.org/officeDocument/2006/relationships/slideLayout" Target="../slideLayouts/slideLayout12.xml"/><Relationship Id="rId24" Type="http://schemas.openxmlformats.org/officeDocument/2006/relationships/customXml" Target="../ink/ink8.xml"/><Relationship Id="rId32" Type="http://schemas.openxmlformats.org/officeDocument/2006/relationships/customXml" Target="../ink/ink12.xml"/><Relationship Id="rId37" Type="http://schemas.openxmlformats.org/officeDocument/2006/relationships/image" Target="../media/image92.png"/><Relationship Id="rId40" Type="http://schemas.openxmlformats.org/officeDocument/2006/relationships/customXml" Target="../ink/ink16.xml"/><Relationship Id="rId45" Type="http://schemas.openxmlformats.org/officeDocument/2006/relationships/image" Target="../media/image96.png"/><Relationship Id="rId53" Type="http://schemas.openxmlformats.org/officeDocument/2006/relationships/image" Target="../media/image100.png"/><Relationship Id="rId5" Type="http://schemas.openxmlformats.org/officeDocument/2006/relationships/customXml" Target="../ink/ink4.xml"/><Relationship Id="rId15" Type="http://schemas.openxmlformats.org/officeDocument/2006/relationships/customXml" Target="../ink/ink5.xml"/><Relationship Id="rId23" Type="http://schemas.openxmlformats.org/officeDocument/2006/relationships/image" Target="../media/image840.png"/><Relationship Id="rId28" Type="http://schemas.openxmlformats.org/officeDocument/2006/relationships/customXml" Target="../ink/ink10.xml"/><Relationship Id="rId36" Type="http://schemas.openxmlformats.org/officeDocument/2006/relationships/customXml" Target="../ink/ink14.xml"/><Relationship Id="rId49" Type="http://schemas.openxmlformats.org/officeDocument/2006/relationships/image" Target="../media/image98.png"/><Relationship Id="rId61" Type="http://schemas.openxmlformats.org/officeDocument/2006/relationships/image" Target="../media/image104.png"/><Relationship Id="rId95" Type="http://schemas.openxmlformats.org/officeDocument/2006/relationships/image" Target="../media/image108.png"/><Relationship Id="rId119" Type="http://schemas.openxmlformats.org/officeDocument/2006/relationships/image" Target="../media/image121.png"/><Relationship Id="rId19" Type="http://schemas.openxmlformats.org/officeDocument/2006/relationships/image" Target="../media/image820.png"/><Relationship Id="rId31" Type="http://schemas.openxmlformats.org/officeDocument/2006/relationships/image" Target="../media/image88.png"/><Relationship Id="rId44" Type="http://schemas.openxmlformats.org/officeDocument/2006/relationships/customXml" Target="../ink/ink18.xml"/><Relationship Id="rId52" Type="http://schemas.openxmlformats.org/officeDocument/2006/relationships/customXml" Target="../ink/ink22.xml"/><Relationship Id="rId60" Type="http://schemas.openxmlformats.org/officeDocument/2006/relationships/customXml" Target="../ink/ink25.xml"/><Relationship Id="rId4" Type="http://schemas.openxmlformats.org/officeDocument/2006/relationships/image" Target="../media/image200.png"/><Relationship Id="rId14" Type="http://schemas.openxmlformats.org/officeDocument/2006/relationships/image" Target="../media/image90.png"/><Relationship Id="rId22" Type="http://schemas.openxmlformats.org/officeDocument/2006/relationships/customXml" Target="../ink/ink7.xml"/><Relationship Id="rId27" Type="http://schemas.openxmlformats.org/officeDocument/2006/relationships/image" Target="../media/image860.png"/><Relationship Id="rId30" Type="http://schemas.openxmlformats.org/officeDocument/2006/relationships/customXml" Target="../ink/ink11.xml"/><Relationship Id="rId35" Type="http://schemas.openxmlformats.org/officeDocument/2006/relationships/image" Target="../media/image910.png"/><Relationship Id="rId43" Type="http://schemas.openxmlformats.org/officeDocument/2006/relationships/image" Target="../media/image95.png"/><Relationship Id="rId48" Type="http://schemas.openxmlformats.org/officeDocument/2006/relationships/customXml" Target="../ink/ink20.xml"/><Relationship Id="rId56" Type="http://schemas.openxmlformats.org/officeDocument/2006/relationships/customXml" Target="../ink/ink24.xml"/><Relationship Id="rId64" Type="http://schemas.openxmlformats.org/officeDocument/2006/relationships/customXml" Target="../ink/ink27.xml"/><Relationship Id="rId51" Type="http://schemas.openxmlformats.org/officeDocument/2006/relationships/image" Target="../media/image9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5" Type="http://schemas.openxmlformats.org/officeDocument/2006/relationships/customXml" Target="../ink/ink3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customXml" Target="../ink/ink29.xml"/><Relationship Id="rId24" Type="http://schemas.openxmlformats.org/officeDocument/2006/relationships/image" Target="../media/image156.png"/><Relationship Id="rId5" Type="http://schemas.openxmlformats.org/officeDocument/2006/relationships/image" Target="../media/image7.jpeg"/><Relationship Id="rId15" Type="http://schemas.openxmlformats.org/officeDocument/2006/relationships/customXml" Target="../ink/ink30.xml"/><Relationship Id="rId36" Type="http://schemas.openxmlformats.org/officeDocument/2006/relationships/image" Target="../media/image162.png"/><Relationship Id="rId4" Type="http://schemas.openxmlformats.org/officeDocument/2006/relationships/image" Target="../media/image6.wmf"/><Relationship Id="rId14" Type="http://schemas.openxmlformats.org/officeDocument/2006/relationships/image" Target="../media/image1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5" Type="http://schemas.openxmlformats.org/officeDocument/2006/relationships/customXml" Target="../ink/ink32.xml"/><Relationship Id="rId4" Type="http://schemas.openxmlformats.org/officeDocument/2006/relationships/image" Target="../media/image8.wmf"/><Relationship Id="rId126" Type="http://schemas.openxmlformats.org/officeDocument/2006/relationships/image" Target="../media/image2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customXml" Target="../ink/ink33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36.png"/><Relationship Id="rId9" Type="http://schemas.openxmlformats.org/officeDocument/2006/relationships/customXml" Target="../ink/ink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447800"/>
            <a:ext cx="7623175" cy="1752600"/>
          </a:xfrm>
        </p:spPr>
        <p:txBody>
          <a:bodyPr/>
          <a:lstStyle/>
          <a:p>
            <a:pPr algn="ctr" eaLnBrk="1" hangingPunct="1"/>
            <a:r>
              <a:rPr lang="en-US" sz="4600" b="1" dirty="0"/>
              <a:t>SFWR TECH 4DA3 </a:t>
            </a:r>
            <a:br>
              <a:rPr lang="en-US" sz="4600" b="1" dirty="0"/>
            </a:br>
            <a:r>
              <a:rPr lang="en-US" sz="4600" b="1" dirty="0"/>
              <a:t>Linear Discriminant Analysis</a:t>
            </a:r>
          </a:p>
        </p:txBody>
      </p:sp>
      <p:sp>
        <p:nvSpPr>
          <p:cNvPr id="3075" name="Text Box 33"/>
          <p:cNvSpPr txBox="1">
            <a:spLocks noChangeArrowheads="1"/>
          </p:cNvSpPr>
          <p:nvPr/>
        </p:nvSpPr>
        <p:spPr bwMode="auto">
          <a:xfrm>
            <a:off x="609600" y="4191000"/>
            <a:ext cx="7864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Instructor: Dr. Jeff Fortuna, B. Eng, M. Eng, PhD, (Electrical Engineering), 			 McMaster University</a:t>
            </a:r>
          </a:p>
          <a:p>
            <a:endParaRPr lang="en-US"/>
          </a:p>
          <a:p>
            <a:pPr algn="ctr"/>
            <a:r>
              <a:rPr lang="en-US"/>
              <a:t>email: fortunjj@mcmaster.ca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4FFC5C-E1E7-4072-BD5E-209B24ED2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4750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5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2069-AC48-4434-8B33-2BB990CE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r>
              <a:rPr lang="en-US" b="1" dirty="0"/>
              <a:t>The Classification Problem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268B5F-673E-4BD6-A895-8FF35143477B}"/>
              </a:ext>
            </a:extLst>
          </p:cNvPr>
          <p:cNvSpPr/>
          <p:nvPr/>
        </p:nvSpPr>
        <p:spPr>
          <a:xfrm>
            <a:off x="533400" y="955973"/>
            <a:ext cx="8229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US" dirty="0"/>
              <a:t>Assume that we collect weight and height data of </a:t>
            </a:r>
            <a:r>
              <a:rPr lang="en-US" b="1" dirty="0">
                <a:solidFill>
                  <a:srgbClr val="00B0F0"/>
                </a:solidFill>
              </a:rPr>
              <a:t>male</a:t>
            </a:r>
            <a:r>
              <a:rPr lang="en-US" dirty="0"/>
              <a:t> and </a:t>
            </a:r>
            <a:r>
              <a:rPr lang="en-US" b="1" dirty="0">
                <a:solidFill>
                  <a:srgbClr val="CC9900"/>
                </a:solidFill>
              </a:rPr>
              <a:t>female</a:t>
            </a:r>
            <a:r>
              <a:rPr lang="en-US" dirty="0"/>
              <a:t> </a:t>
            </a:r>
            <a:r>
              <a:rPr lang="en-US" b="1" dirty="0"/>
              <a:t>subjects</a:t>
            </a:r>
            <a:r>
              <a:rPr lang="en-US" dirty="0"/>
              <a:t>. </a:t>
            </a:r>
          </a:p>
          <a:p>
            <a:pPr algn="just" eaLnBrk="1" hangingPunct="1"/>
            <a:r>
              <a:rPr lang="en-US" dirty="0"/>
              <a:t>We will use this data as training data to devise an approach to predict whether a subject is male or female given only their weight and height.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E7CA265-E796-4546-A649-2E7B2901F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133600"/>
            <a:ext cx="3057525" cy="2845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46CA22-D589-4C9F-8B51-D3354F3F217B}"/>
              </a:ext>
            </a:extLst>
          </p:cNvPr>
          <p:cNvCxnSpPr/>
          <p:nvPr/>
        </p:nvCxnSpPr>
        <p:spPr>
          <a:xfrm>
            <a:off x="762000" y="5055117"/>
            <a:ext cx="3048000" cy="0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19ED992-0314-495F-A1A1-3DACD0924687}"/>
              </a:ext>
            </a:extLst>
          </p:cNvPr>
          <p:cNvCxnSpPr/>
          <p:nvPr/>
        </p:nvCxnSpPr>
        <p:spPr>
          <a:xfrm>
            <a:off x="685800" y="2159517"/>
            <a:ext cx="0" cy="2819400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298C44-A20F-46CE-A9DB-0AEBE106511E}"/>
              </a:ext>
            </a:extLst>
          </p:cNvPr>
          <p:cNvSpPr txBox="1"/>
          <p:nvPr/>
        </p:nvSpPr>
        <p:spPr>
          <a:xfrm>
            <a:off x="1828800" y="5131317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658F2-CF00-4D6F-BEA7-2EB533A45605}"/>
              </a:ext>
            </a:extLst>
          </p:cNvPr>
          <p:cNvSpPr txBox="1"/>
          <p:nvPr/>
        </p:nvSpPr>
        <p:spPr>
          <a:xfrm rot="5400000">
            <a:off x="-36056" y="3391209"/>
            <a:ext cx="898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D2BBF75-50FE-4849-AF52-4AC2ADEE7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770" y="2135904"/>
            <a:ext cx="4876800" cy="319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sz="1800" kern="0" dirty="0"/>
              <a:t>More specifically, we will try to find a LINE (with 2 attributes or a plane with 3 attributes or a hyperplane with more than 3 attributes) that separates the training data into two classes.</a:t>
            </a:r>
          </a:p>
          <a:p>
            <a:pPr algn="just" eaLnBrk="1" hangingPunct="1"/>
            <a:r>
              <a:rPr lang="en-US" sz="1800" kern="0" dirty="0"/>
              <a:t>We will then use this line, plane or hyperplane to predict which class an unknown data point falls into.</a:t>
            </a:r>
          </a:p>
          <a:p>
            <a:pPr algn="just" eaLnBrk="1" hangingPunct="1"/>
            <a:r>
              <a:rPr lang="en-US" sz="1800" kern="0" dirty="0"/>
              <a:t>This approach is called Linear Discriminant Analysis</a:t>
            </a:r>
          </a:p>
        </p:txBody>
      </p:sp>
    </p:spTree>
    <p:extLst>
      <p:ext uri="{BB962C8B-B14F-4D97-AF65-F5344CB8AC3E}">
        <p14:creationId xmlns:p14="http://schemas.microsoft.com/office/powerpoint/2010/main" val="4067749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90EE-71B4-4384-9B78-9A287097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Idea of LDA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B3C23-44B5-4629-AE9B-DD69749E3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229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kern="0" dirty="0"/>
              <a:t>Project the data points onto the line, plane or hyperplane and obtain distances between points along the line, plane or hyperplane.</a:t>
            </a:r>
          </a:p>
          <a:p>
            <a:pPr algn="just" eaLnBrk="1" hangingPunct="1"/>
            <a:r>
              <a:rPr lang="en-US" kern="0" dirty="0"/>
              <a:t>We will use these distances to create a </a:t>
            </a:r>
            <a:r>
              <a:rPr lang="en-US" b="1" kern="0" dirty="0"/>
              <a:t>discriminant</a:t>
            </a:r>
          </a:p>
          <a:p>
            <a:pPr algn="just" eaLnBrk="1" hangingPunct="1"/>
            <a:r>
              <a:rPr lang="en-US" kern="0" dirty="0"/>
              <a:t>To do this we will use one simple geometric idea: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8E6CF-1321-4C7C-B592-57857AC98C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191000"/>
            <a:ext cx="2298815" cy="1870164"/>
          </a:xfrm>
          <a:prstGeom prst="rect">
            <a:avLst/>
          </a:prstGeom>
        </p:spPr>
      </p:pic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F0837E8-A165-462E-9C08-314D200F10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868836"/>
              </p:ext>
            </p:extLst>
          </p:nvPr>
        </p:nvGraphicFramePr>
        <p:xfrm>
          <a:off x="4298950" y="4495800"/>
          <a:ext cx="450585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9" name="Equation" r:id="rId4" imgW="4178160" imgH="914400" progId="Equation.DSMT4">
                  <p:embed/>
                </p:oleObj>
              </mc:Choice>
              <mc:Fallback>
                <p:oleObj name="Equation" r:id="rId4" imgW="41781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98950" y="4495800"/>
                        <a:ext cx="4505854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32269133-1FCE-4FEE-94F2-137915422C7F}"/>
                  </a:ext>
                </a:extLst>
              </p14:cNvPr>
              <p14:cNvContentPartPr/>
              <p14:nvPr/>
            </p14:nvContentPartPr>
            <p14:xfrm>
              <a:off x="4316730" y="4652010"/>
              <a:ext cx="240" cy="240"/>
            </p14:xfrm>
          </p:contentPart>
        </mc:Choice>
        <mc:Fallback xmlns=""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32269133-1FCE-4FEE-94F2-137915422C7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92730" y="4604010"/>
                <a:ext cx="48000" cy="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3B7A16-7617-46BC-B202-45CCD9682DE6}"/>
                  </a:ext>
                </a:extLst>
              </p14:cNvPr>
              <p14:cNvContentPartPr/>
              <p14:nvPr/>
            </p14:nvContentPartPr>
            <p14:xfrm>
              <a:off x="938356" y="1392182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3B7A16-7617-46BC-B202-45CCD9682DE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2716" y="1320182"/>
                <a:ext cx="7200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6655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22C5-279A-42AC-B9C4-9C9D6978F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Which line?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FE116-A4F7-4AD8-9F36-39C1C2A29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43000"/>
            <a:ext cx="7169518" cy="2806844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0FF5C9C-EB68-49AD-A1CD-765973128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269" y="3949844"/>
            <a:ext cx="8229600" cy="1993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kern="0" dirty="0"/>
              <a:t>Of all possible lines we would like to select the one that maximizes the separability of the points on the line. Clearly, that is picture 2 above.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23FA96-5C38-431E-861E-8969D877D815}"/>
                  </a:ext>
                </a:extLst>
              </p14:cNvPr>
              <p14:cNvContentPartPr/>
              <p14:nvPr/>
            </p14:nvContentPartPr>
            <p14:xfrm>
              <a:off x="590490" y="891360"/>
              <a:ext cx="2629200" cy="34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23FA96-5C38-431E-861E-8969D877D8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370" y="885600"/>
                <a:ext cx="2641081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3417649-BE09-43AF-BDE5-E92182DDCF5F}"/>
                  </a:ext>
                </a:extLst>
              </p14:cNvPr>
              <p14:cNvContentPartPr/>
              <p14:nvPr/>
            </p14:nvContentPartPr>
            <p14:xfrm>
              <a:off x="6152970" y="1451520"/>
              <a:ext cx="240" cy="2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3417649-BE09-43AF-BDE5-E92182DDCF5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49130" y="1447680"/>
                <a:ext cx="7920" cy="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E4CFBD-29B7-4271-B340-E9E3727902AB}"/>
                  </a:ext>
                </a:extLst>
              </p14:cNvPr>
              <p14:cNvContentPartPr/>
              <p14:nvPr/>
            </p14:nvContentPartPr>
            <p14:xfrm>
              <a:off x="2119516" y="2931542"/>
              <a:ext cx="50400" cy="13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E4CFBD-29B7-4271-B340-E9E3727902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01876" y="2913542"/>
                <a:ext cx="860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EBBCBA3-EC89-47F5-B043-B8E80D8E0605}"/>
                  </a:ext>
                </a:extLst>
              </p14:cNvPr>
              <p14:cNvContentPartPr/>
              <p14:nvPr/>
            </p14:nvContentPartPr>
            <p14:xfrm>
              <a:off x="2298796" y="3006782"/>
              <a:ext cx="52920" cy="12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EBBCBA3-EC89-47F5-B043-B8E80D8E060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81156" y="2988782"/>
                <a:ext cx="885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9BF06D-B18C-4B5A-AFA3-22B48373C31E}"/>
                  </a:ext>
                </a:extLst>
              </p14:cNvPr>
              <p14:cNvContentPartPr/>
              <p14:nvPr/>
            </p14:nvContentPartPr>
            <p14:xfrm>
              <a:off x="2449996" y="2947382"/>
              <a:ext cx="46080" cy="36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9BF06D-B18C-4B5A-AFA3-22B48373C3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31996" y="2929382"/>
                <a:ext cx="817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AB07B6-DE2F-4607-BB3D-8A7F9A6EB710}"/>
                  </a:ext>
                </a:extLst>
              </p14:cNvPr>
              <p14:cNvContentPartPr/>
              <p14:nvPr/>
            </p14:nvContentPartPr>
            <p14:xfrm>
              <a:off x="2555116" y="2850182"/>
              <a:ext cx="32760" cy="4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AB07B6-DE2F-4607-BB3D-8A7F9A6EB71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37476" y="2832542"/>
                <a:ext cx="684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FCC82D2-5967-440B-A1DD-F5EB8DC4F44B}"/>
                  </a:ext>
                </a:extLst>
              </p14:cNvPr>
              <p14:cNvContentPartPr/>
              <p14:nvPr/>
            </p14:nvContentPartPr>
            <p14:xfrm>
              <a:off x="2579596" y="2659022"/>
              <a:ext cx="9720" cy="56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FCC82D2-5967-440B-A1DD-F5EB8DC4F44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61596" y="2641382"/>
                <a:ext cx="453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73C5758-481E-43B4-B364-764D13E64A97}"/>
                  </a:ext>
                </a:extLst>
              </p14:cNvPr>
              <p14:cNvContentPartPr/>
              <p14:nvPr/>
            </p14:nvContentPartPr>
            <p14:xfrm>
              <a:off x="2419036" y="2413862"/>
              <a:ext cx="27360" cy="38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73C5758-481E-43B4-B364-764D13E64A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01036" y="2396222"/>
                <a:ext cx="630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B5EEEEE-2233-4078-BBD1-79B61A5EBE1E}"/>
                  </a:ext>
                </a:extLst>
              </p14:cNvPr>
              <p14:cNvContentPartPr/>
              <p14:nvPr/>
            </p14:nvContentPartPr>
            <p14:xfrm>
              <a:off x="2235436" y="2296142"/>
              <a:ext cx="74520" cy="53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B5EEEEE-2233-4078-BBD1-79B61A5EBE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17796" y="2278502"/>
                <a:ext cx="1101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257D2AE-AE56-4618-A785-32545492298C}"/>
                  </a:ext>
                </a:extLst>
              </p14:cNvPr>
              <p14:cNvContentPartPr/>
              <p14:nvPr/>
            </p14:nvContentPartPr>
            <p14:xfrm>
              <a:off x="2042836" y="2278142"/>
              <a:ext cx="65160" cy="20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257D2AE-AE56-4618-A785-32545492298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24836" y="2260142"/>
                <a:ext cx="1008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5EB905-FBA9-44D5-B1D7-7AA2E313E745}"/>
                  </a:ext>
                </a:extLst>
              </p14:cNvPr>
              <p14:cNvContentPartPr/>
              <p14:nvPr/>
            </p14:nvContentPartPr>
            <p14:xfrm>
              <a:off x="1876876" y="2421782"/>
              <a:ext cx="31320" cy="77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5EB905-FBA9-44D5-B1D7-7AA2E313E74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59236" y="2404142"/>
                <a:ext cx="6696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41DDA8C-4C90-4B02-95F6-00C8AE574B79}"/>
                  </a:ext>
                </a:extLst>
              </p14:cNvPr>
              <p14:cNvContentPartPr/>
              <p14:nvPr/>
            </p14:nvContentPartPr>
            <p14:xfrm>
              <a:off x="1843036" y="2774942"/>
              <a:ext cx="90720" cy="105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41DDA8C-4C90-4B02-95F6-00C8AE574B7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825396" y="2757302"/>
                <a:ext cx="1263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ADD6F99-0FEE-4EC7-A5B0-757D9C8C64B0}"/>
                  </a:ext>
                </a:extLst>
              </p14:cNvPr>
              <p14:cNvContentPartPr/>
              <p14:nvPr/>
            </p14:nvContentPartPr>
            <p14:xfrm>
              <a:off x="2141836" y="1558862"/>
              <a:ext cx="42840" cy="29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ADD6F99-0FEE-4EC7-A5B0-757D9C8C64B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23836" y="1541222"/>
                <a:ext cx="784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A0B8BC3-62EB-474C-BC36-B452528C44F8}"/>
                  </a:ext>
                </a:extLst>
              </p14:cNvPr>
              <p14:cNvContentPartPr/>
              <p14:nvPr/>
            </p14:nvContentPartPr>
            <p14:xfrm>
              <a:off x="2068396" y="1753262"/>
              <a:ext cx="3240" cy="19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A0B8BC3-62EB-474C-BC36-B452528C44F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50396" y="1735262"/>
                <a:ext cx="3888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6F904E3-02EC-4520-AB87-0D915EF3C8F1}"/>
                  </a:ext>
                </a:extLst>
              </p14:cNvPr>
              <p14:cNvContentPartPr/>
              <p14:nvPr/>
            </p14:nvContentPartPr>
            <p14:xfrm>
              <a:off x="2065516" y="1899422"/>
              <a:ext cx="14040" cy="2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6F904E3-02EC-4520-AB87-0D915EF3C8F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47876" y="1881422"/>
                <a:ext cx="496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96E55C0-58FB-406B-8484-31FFAF40A1F1}"/>
                  </a:ext>
                </a:extLst>
              </p14:cNvPr>
              <p14:cNvContentPartPr/>
              <p14:nvPr/>
            </p14:nvContentPartPr>
            <p14:xfrm>
              <a:off x="2103316" y="2086982"/>
              <a:ext cx="52920" cy="32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96E55C0-58FB-406B-8484-31FFAF40A1F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85676" y="2068982"/>
                <a:ext cx="885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6A77F9C-F89F-4EF1-9E06-BCCF50FB113C}"/>
                  </a:ext>
                </a:extLst>
              </p14:cNvPr>
              <p14:cNvContentPartPr/>
              <p14:nvPr/>
            </p14:nvContentPartPr>
            <p14:xfrm>
              <a:off x="2290876" y="2232062"/>
              <a:ext cx="76320" cy="33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6A77F9C-F89F-4EF1-9E06-BCCF50FB113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72876" y="2214062"/>
                <a:ext cx="111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F2E85FB-ABD9-4B3D-B23E-68CC73D7D177}"/>
                  </a:ext>
                </a:extLst>
              </p14:cNvPr>
              <p14:cNvContentPartPr/>
              <p14:nvPr/>
            </p14:nvContentPartPr>
            <p14:xfrm>
              <a:off x="2467636" y="2323502"/>
              <a:ext cx="88920" cy="30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F2E85FB-ABD9-4B3D-B23E-68CC73D7D17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49636" y="2305862"/>
                <a:ext cx="124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F5FE29B-A353-4469-BF59-78BB5078BAA6}"/>
                  </a:ext>
                </a:extLst>
              </p14:cNvPr>
              <p14:cNvContentPartPr/>
              <p14:nvPr/>
            </p14:nvContentPartPr>
            <p14:xfrm>
              <a:off x="2674996" y="2342582"/>
              <a:ext cx="82080" cy="25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F5FE29B-A353-4469-BF59-78BB5078BAA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57356" y="2324582"/>
                <a:ext cx="1177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2B99C32-840A-482D-BCEE-7485083450E9}"/>
                  </a:ext>
                </a:extLst>
              </p14:cNvPr>
              <p14:cNvContentPartPr/>
              <p14:nvPr/>
            </p14:nvContentPartPr>
            <p14:xfrm>
              <a:off x="2871916" y="2236022"/>
              <a:ext cx="37800" cy="54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2B99C32-840A-482D-BCEE-7485083450E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54276" y="2218382"/>
                <a:ext cx="734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81DCBA2-4CBC-4D0B-9421-C2E9C41FDF1D}"/>
                  </a:ext>
                </a:extLst>
              </p14:cNvPr>
              <p14:cNvContentPartPr/>
              <p14:nvPr/>
            </p14:nvContentPartPr>
            <p14:xfrm>
              <a:off x="2935276" y="2050982"/>
              <a:ext cx="5760" cy="71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81DCBA2-4CBC-4D0B-9421-C2E9C41FDF1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917636" y="2032982"/>
                <a:ext cx="414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62E5B4C-482A-4E9F-B358-5CBA4457F08C}"/>
                  </a:ext>
                </a:extLst>
              </p14:cNvPr>
              <p14:cNvContentPartPr/>
              <p14:nvPr/>
            </p14:nvContentPartPr>
            <p14:xfrm>
              <a:off x="2613436" y="1673702"/>
              <a:ext cx="84960" cy="57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62E5B4C-482A-4E9F-B358-5CBA4457F08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95796" y="1655702"/>
                <a:ext cx="1206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93A69C8-53D6-4AEF-9885-8C5C682F6AD2}"/>
                  </a:ext>
                </a:extLst>
              </p14:cNvPr>
              <p14:cNvContentPartPr/>
              <p14:nvPr/>
            </p14:nvContentPartPr>
            <p14:xfrm>
              <a:off x="2354596" y="1525022"/>
              <a:ext cx="86400" cy="48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93A69C8-53D6-4AEF-9885-8C5C682F6AD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36956" y="1507382"/>
                <a:ext cx="1220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BF9FBE3-9BB7-4666-ABA1-3CBB7715DC52}"/>
                  </a:ext>
                </a:extLst>
              </p14:cNvPr>
              <p14:cNvContentPartPr/>
              <p14:nvPr/>
            </p14:nvContentPartPr>
            <p14:xfrm>
              <a:off x="2127796" y="1478222"/>
              <a:ext cx="31320" cy="6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BF9FBE3-9BB7-4666-ABA1-3CBB7715DC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09796" y="1460222"/>
                <a:ext cx="669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996BEC7-9D27-4E3D-951B-386554259FC8}"/>
                  </a:ext>
                </a:extLst>
              </p14:cNvPr>
              <p14:cNvContentPartPr/>
              <p14:nvPr/>
            </p14:nvContentPartPr>
            <p14:xfrm>
              <a:off x="6009676" y="1335662"/>
              <a:ext cx="4320" cy="22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996BEC7-9D27-4E3D-951B-386554259FC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92026" y="467702"/>
                <a:ext cx="671420" cy="10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3F4EF81-7F75-4B77-AAEF-D6A44216EE95}"/>
                  </a:ext>
                </a:extLst>
              </p14:cNvPr>
              <p14:cNvContentPartPr/>
              <p14:nvPr/>
            </p14:nvContentPartPr>
            <p14:xfrm>
              <a:off x="4966036" y="3547142"/>
              <a:ext cx="434520" cy="1400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3F4EF81-7F75-4B77-AAEF-D6A44216EE9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48396" y="1504139"/>
                <a:ext cx="3101040" cy="22014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5201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77A1-ABD5-4F82-B672-1AD25DCB6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 the 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0E34F-692C-491B-9BB5-4635C957E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229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kern="0" dirty="0"/>
              <a:t>From this point on, I will talk about a line. But there is no difference in the math when it is a plane or hyperplane. The only thing that changes is the dimensionality of </a:t>
            </a:r>
            <a:r>
              <a:rPr lang="en-US" b="1" kern="0" dirty="0"/>
              <a:t>x</a:t>
            </a:r>
            <a:r>
              <a:rPr lang="en-US" kern="0" dirty="0"/>
              <a:t> and </a:t>
            </a:r>
            <a:r>
              <a:rPr lang="en-US" b="1" kern="0" dirty="0"/>
              <a:t>w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1C93F6-5256-4585-9FC3-37241A33C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00400"/>
            <a:ext cx="8229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kern="0" dirty="0"/>
              <a:t>In order to find a good projection vector, we need to define a measure of separation between the projections.</a:t>
            </a:r>
            <a:endParaRPr lang="en-US" b="1" kern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B59FDB-83B9-495B-ACCD-3DFB54512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00600"/>
            <a:ext cx="8229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kern="0" dirty="0"/>
              <a:t>In general, what we will try to do is maximize the distances between the classes</a:t>
            </a:r>
            <a:endParaRPr 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40276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FBA34-BAE6-4D7E-A238-249C3602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between class means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FBC818-F62C-4C30-9CD8-32BC0611B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8229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sz="2000" kern="0" dirty="0"/>
              <a:t>One option is to simply use the distance between the projected class means as an objective to maximize…</a:t>
            </a:r>
            <a:endParaRPr lang="en-US" sz="2000" b="1" kern="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837D3FE-960F-4B1B-BAAE-3EEF03DC52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601030"/>
              </p:ext>
            </p:extLst>
          </p:nvPr>
        </p:nvGraphicFramePr>
        <p:xfrm>
          <a:off x="762000" y="1828800"/>
          <a:ext cx="2590800" cy="569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6" name="Equation" r:id="rId3" imgW="1269720" imgH="279360" progId="Equation.DSMT4">
                  <p:embed/>
                </p:oleObj>
              </mc:Choice>
              <mc:Fallback>
                <p:oleObj name="Equation" r:id="rId3" imgW="12697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00" y="1828800"/>
                        <a:ext cx="2590800" cy="569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65E8EB6E-5D32-4A05-B253-35C3ED9F1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14600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sz="2000" kern="0" dirty="0"/>
              <a:t>But this isn’t a good measure since it doesn’t take the standard deviation of the classes into account:</a:t>
            </a:r>
            <a:endParaRPr lang="en-US" sz="2000" b="1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EE1B6-4563-46E7-A919-86B0D0D701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392424"/>
            <a:ext cx="7519452" cy="26273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9DBE932-F0AD-489E-9B85-6508EAAFF478}"/>
                  </a:ext>
                </a:extLst>
              </p14:cNvPr>
              <p14:cNvContentPartPr/>
              <p14:nvPr/>
            </p14:nvContentPartPr>
            <p14:xfrm>
              <a:off x="5418467" y="3964742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9DBE932-F0AD-489E-9B85-6508EAAFF4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68427" y="3922982"/>
                <a:ext cx="684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A4EE00C-3383-4ECE-BDEC-C6109D2F5C67}"/>
                  </a:ext>
                </a:extLst>
              </p14:cNvPr>
              <p14:cNvContentPartPr/>
              <p14:nvPr/>
            </p14:nvContentPartPr>
            <p14:xfrm>
              <a:off x="4709267" y="4701662"/>
              <a:ext cx="69480" cy="306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A4EE00C-3383-4ECE-BDEC-C6109D2F5C6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91267" y="4683662"/>
                <a:ext cx="1051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02ECC6E-FC7D-4C6F-9A45-A9AFDA8A2205}"/>
                  </a:ext>
                </a:extLst>
              </p14:cNvPr>
              <p14:cNvContentPartPr/>
              <p14:nvPr/>
            </p14:nvContentPartPr>
            <p14:xfrm>
              <a:off x="5525027" y="4111262"/>
              <a:ext cx="124560" cy="561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02ECC6E-FC7D-4C6F-9A45-A9AFDA8A220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05552" y="4093262"/>
                <a:ext cx="1373750" cy="57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375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82A2-CB22-45CB-8003-C7B097FB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Fisher’s Linear Discriminant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EA1DA-D785-4C3E-8807-6A6E3F2A0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/>
            <a:r>
              <a:rPr lang="en-US" sz="2000" kern="0" dirty="0"/>
              <a:t>The solution proposed by Fisher is to maximize a function that represents the difference between the means, normalized by a measure of the within-class scatter (variance).</a:t>
            </a:r>
            <a:endParaRPr lang="en-US" sz="2000" b="1" kern="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C5AA81-E059-4E03-8082-1031523DF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691379"/>
              </p:ext>
            </p:extLst>
          </p:nvPr>
        </p:nvGraphicFramePr>
        <p:xfrm>
          <a:off x="381000" y="2101996"/>
          <a:ext cx="8337194" cy="3155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Equation" r:id="rId3" imgW="7213320" imgH="2730240" progId="Equation.DSMT4">
                  <p:embed/>
                </p:oleObj>
              </mc:Choice>
              <mc:Fallback>
                <p:oleObj name="Equation" r:id="rId3" imgW="7213320" imgH="273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2101996"/>
                        <a:ext cx="8337194" cy="31558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B1851800-41C2-46D1-AD97-5730D858E920}"/>
                  </a:ext>
                </a:extLst>
              </p14:cNvPr>
              <p14:cNvContentPartPr/>
              <p14:nvPr/>
            </p14:nvContentPartPr>
            <p14:xfrm>
              <a:off x="340307" y="2151422"/>
              <a:ext cx="16560" cy="1908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B1851800-41C2-46D1-AD97-5730D858E920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03587" y="2119382"/>
                <a:ext cx="310680" cy="3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6216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90EE-71B4-4384-9B78-9A287097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example using 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982134-F5E8-4B06-B71B-6BBFB17DF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43000"/>
            <a:ext cx="8153400" cy="35194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8AC151-B1AA-4A8B-845C-AB079E1487C7}"/>
                  </a:ext>
                </a:extLst>
              </p14:cNvPr>
              <p14:cNvContentPartPr/>
              <p14:nvPr/>
            </p14:nvContentPartPr>
            <p14:xfrm>
              <a:off x="4745495" y="1427564"/>
              <a:ext cx="20160" cy="18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8AC151-B1AA-4A8B-845C-AB079E1487C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27855" y="1409564"/>
                <a:ext cx="558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D292596-324B-41EF-97E8-723E1B51254F}"/>
                  </a:ext>
                </a:extLst>
              </p14:cNvPr>
              <p14:cNvContentPartPr/>
              <p14:nvPr/>
            </p14:nvContentPartPr>
            <p14:xfrm>
              <a:off x="4968695" y="1393724"/>
              <a:ext cx="16560" cy="23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D292596-324B-41EF-97E8-723E1B5125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51055" y="1375724"/>
                <a:ext cx="52200" cy="5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7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6AA3-50EA-474E-98DA-B270B1AA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Last step…compute the discriminant function value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7684071-B31B-499A-B7CA-D5931AB591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500958"/>
              </p:ext>
            </p:extLst>
          </p:nvPr>
        </p:nvGraphicFramePr>
        <p:xfrm>
          <a:off x="457200" y="1600200"/>
          <a:ext cx="8178413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7" name="Equation" r:id="rId3" imgW="5841720" imgH="2286000" progId="Equation.DSMT4">
                  <p:embed/>
                </p:oleObj>
              </mc:Choice>
              <mc:Fallback>
                <p:oleObj name="Equation" r:id="rId3" imgW="5841720" imgH="2286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600200"/>
                        <a:ext cx="8178413" cy="320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351265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15134</TotalTime>
  <Words>385</Words>
  <Application>Microsoft Office PowerPoint</Application>
  <PresentationFormat>On-screen Show (4:3)</PresentationFormat>
  <Paragraphs>30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Garamond</vt:lpstr>
      <vt:lpstr>Wingdings</vt:lpstr>
      <vt:lpstr>Edge</vt:lpstr>
      <vt:lpstr>Equation</vt:lpstr>
      <vt:lpstr>SFWR TECH 4DA3  Linear Discriminant Analysis</vt:lpstr>
      <vt:lpstr>The Classification Problem</vt:lpstr>
      <vt:lpstr>The Idea of LDA</vt:lpstr>
      <vt:lpstr>Which line?</vt:lpstr>
      <vt:lpstr>Finding the line</vt:lpstr>
      <vt:lpstr>Distance between class means</vt:lpstr>
      <vt:lpstr>Fisher’s Linear Discriminant</vt:lpstr>
      <vt:lpstr>An example using Excel</vt:lpstr>
      <vt:lpstr>Last step…compute the discriminant function value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Jeff Fortuna</dc:creator>
  <cp:lastModifiedBy>Jeff Fortuna</cp:lastModifiedBy>
  <cp:revision>357</cp:revision>
  <dcterms:created xsi:type="dcterms:W3CDTF">2006-12-27T20:16:36Z</dcterms:created>
  <dcterms:modified xsi:type="dcterms:W3CDTF">2018-11-02T15:50:20Z</dcterms:modified>
</cp:coreProperties>
</file>